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9" r:id="rId3"/>
    <p:sldId id="257" r:id="rId4"/>
    <p:sldId id="258" r:id="rId5"/>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65" d="100"/>
          <a:sy n="65" d="100"/>
        </p:scale>
        <p:origin x="724"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5F0F1CF-8511-6664-9EB0-215D0043232D}"/>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B698FBB3-C356-091D-1EC7-46171B11F0A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24BCE8F4-6D00-438E-EBA5-83250E8C51A7}"/>
              </a:ext>
            </a:extLst>
          </p:cNvPr>
          <p:cNvSpPr>
            <a:spLocks noGrp="1"/>
          </p:cNvSpPr>
          <p:nvPr>
            <p:ph type="dt" sz="half" idx="10"/>
          </p:nvPr>
        </p:nvSpPr>
        <p:spPr/>
        <p:txBody>
          <a:bodyPr/>
          <a:lstStyle/>
          <a:p>
            <a:fld id="{D31EF1AF-8352-491E-9BB3-5627F42DA921}" type="datetimeFigureOut">
              <a:rPr kumimoji="1" lang="ja-JP" altLang="en-US" smtClean="0"/>
              <a:t>2026/9/11</a:t>
            </a:fld>
            <a:endParaRPr kumimoji="1" lang="ja-JP" altLang="en-US"/>
          </a:p>
        </p:txBody>
      </p:sp>
      <p:sp>
        <p:nvSpPr>
          <p:cNvPr id="5" name="フッター プレースホルダー 4">
            <a:extLst>
              <a:ext uri="{FF2B5EF4-FFF2-40B4-BE49-F238E27FC236}">
                <a16:creationId xmlns:a16="http://schemas.microsoft.com/office/drawing/2014/main" id="{EEF3E6AE-B694-5FBE-F053-A5B93C25AFC9}"/>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C8373562-33AC-6A49-4AB9-BE59844F24B6}"/>
              </a:ext>
            </a:extLst>
          </p:cNvPr>
          <p:cNvSpPr>
            <a:spLocks noGrp="1"/>
          </p:cNvSpPr>
          <p:nvPr>
            <p:ph type="sldNum" sz="quarter" idx="12"/>
          </p:nvPr>
        </p:nvSpPr>
        <p:spPr/>
        <p:txBody>
          <a:bodyPr/>
          <a:lstStyle/>
          <a:p>
            <a:fld id="{70E1D12B-6850-4FDF-B179-42DA76AB1F99}" type="slidenum">
              <a:rPr kumimoji="1" lang="ja-JP" altLang="en-US" smtClean="0"/>
              <a:t>‹#›</a:t>
            </a:fld>
            <a:endParaRPr kumimoji="1" lang="ja-JP" altLang="en-US"/>
          </a:p>
        </p:txBody>
      </p:sp>
    </p:spTree>
    <p:extLst>
      <p:ext uri="{BB962C8B-B14F-4D97-AF65-F5344CB8AC3E}">
        <p14:creationId xmlns:p14="http://schemas.microsoft.com/office/powerpoint/2010/main" val="40313937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AA58209-3984-8BD0-0435-0D31C01CAB5D}"/>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DCA27A09-01DD-283A-8004-BD10DC1C39B2}"/>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B82E53C3-646A-4CEF-3992-32879DDEDF8B}"/>
              </a:ext>
            </a:extLst>
          </p:cNvPr>
          <p:cNvSpPr>
            <a:spLocks noGrp="1"/>
          </p:cNvSpPr>
          <p:nvPr>
            <p:ph type="dt" sz="half" idx="10"/>
          </p:nvPr>
        </p:nvSpPr>
        <p:spPr/>
        <p:txBody>
          <a:bodyPr/>
          <a:lstStyle/>
          <a:p>
            <a:fld id="{D31EF1AF-8352-491E-9BB3-5627F42DA921}" type="datetimeFigureOut">
              <a:rPr kumimoji="1" lang="ja-JP" altLang="en-US" smtClean="0"/>
              <a:t>2026/9/11</a:t>
            </a:fld>
            <a:endParaRPr kumimoji="1" lang="ja-JP" altLang="en-US"/>
          </a:p>
        </p:txBody>
      </p:sp>
      <p:sp>
        <p:nvSpPr>
          <p:cNvPr id="5" name="フッター プレースホルダー 4">
            <a:extLst>
              <a:ext uri="{FF2B5EF4-FFF2-40B4-BE49-F238E27FC236}">
                <a16:creationId xmlns:a16="http://schemas.microsoft.com/office/drawing/2014/main" id="{35C613D5-D8B5-4C0B-D108-48FFCD6CDE63}"/>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41AC6B8E-F5BE-8A12-C808-A310DD065FDC}"/>
              </a:ext>
            </a:extLst>
          </p:cNvPr>
          <p:cNvSpPr>
            <a:spLocks noGrp="1"/>
          </p:cNvSpPr>
          <p:nvPr>
            <p:ph type="sldNum" sz="quarter" idx="12"/>
          </p:nvPr>
        </p:nvSpPr>
        <p:spPr/>
        <p:txBody>
          <a:bodyPr/>
          <a:lstStyle/>
          <a:p>
            <a:fld id="{70E1D12B-6850-4FDF-B179-42DA76AB1F99}" type="slidenum">
              <a:rPr kumimoji="1" lang="ja-JP" altLang="en-US" smtClean="0"/>
              <a:t>‹#›</a:t>
            </a:fld>
            <a:endParaRPr kumimoji="1" lang="ja-JP" altLang="en-US"/>
          </a:p>
        </p:txBody>
      </p:sp>
    </p:spTree>
    <p:extLst>
      <p:ext uri="{BB962C8B-B14F-4D97-AF65-F5344CB8AC3E}">
        <p14:creationId xmlns:p14="http://schemas.microsoft.com/office/powerpoint/2010/main" val="25268977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6DE24EC-B38A-C4EF-1444-0DB886C8397C}"/>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551BE35F-0760-E2A9-3188-E8EF4B2F436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2E4E234E-5C4B-D840-C252-089D586DE568}"/>
              </a:ext>
            </a:extLst>
          </p:cNvPr>
          <p:cNvSpPr>
            <a:spLocks noGrp="1"/>
          </p:cNvSpPr>
          <p:nvPr>
            <p:ph type="dt" sz="half" idx="10"/>
          </p:nvPr>
        </p:nvSpPr>
        <p:spPr/>
        <p:txBody>
          <a:bodyPr/>
          <a:lstStyle/>
          <a:p>
            <a:fld id="{D31EF1AF-8352-491E-9BB3-5627F42DA921}" type="datetimeFigureOut">
              <a:rPr kumimoji="1" lang="ja-JP" altLang="en-US" smtClean="0"/>
              <a:t>2026/9/11</a:t>
            </a:fld>
            <a:endParaRPr kumimoji="1" lang="ja-JP" altLang="en-US"/>
          </a:p>
        </p:txBody>
      </p:sp>
      <p:sp>
        <p:nvSpPr>
          <p:cNvPr id="5" name="フッター プレースホルダー 4">
            <a:extLst>
              <a:ext uri="{FF2B5EF4-FFF2-40B4-BE49-F238E27FC236}">
                <a16:creationId xmlns:a16="http://schemas.microsoft.com/office/drawing/2014/main" id="{75B2E66B-8618-406D-11BA-7F42F59B7FC9}"/>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C9AEBC1E-2E7F-05B1-9AF2-310D32366287}"/>
              </a:ext>
            </a:extLst>
          </p:cNvPr>
          <p:cNvSpPr>
            <a:spLocks noGrp="1"/>
          </p:cNvSpPr>
          <p:nvPr>
            <p:ph type="sldNum" sz="quarter" idx="12"/>
          </p:nvPr>
        </p:nvSpPr>
        <p:spPr/>
        <p:txBody>
          <a:bodyPr/>
          <a:lstStyle/>
          <a:p>
            <a:fld id="{70E1D12B-6850-4FDF-B179-42DA76AB1F99}" type="slidenum">
              <a:rPr kumimoji="1" lang="ja-JP" altLang="en-US" smtClean="0"/>
              <a:t>‹#›</a:t>
            </a:fld>
            <a:endParaRPr kumimoji="1" lang="ja-JP" altLang="en-US"/>
          </a:p>
        </p:txBody>
      </p:sp>
    </p:spTree>
    <p:extLst>
      <p:ext uri="{BB962C8B-B14F-4D97-AF65-F5344CB8AC3E}">
        <p14:creationId xmlns:p14="http://schemas.microsoft.com/office/powerpoint/2010/main" val="20450611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83515BD-1B1D-E985-5BA4-E9F668418408}"/>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00799FBE-5DF7-4B14-EE14-A576F988DC71}"/>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3AB152A6-27DA-31E2-0B79-C2D467496492}"/>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4A603E6C-9F8B-A84D-8530-B1C030BB32B8}"/>
              </a:ext>
            </a:extLst>
          </p:cNvPr>
          <p:cNvSpPr>
            <a:spLocks noGrp="1"/>
          </p:cNvSpPr>
          <p:nvPr>
            <p:ph type="dt" sz="half" idx="10"/>
          </p:nvPr>
        </p:nvSpPr>
        <p:spPr/>
        <p:txBody>
          <a:bodyPr/>
          <a:lstStyle/>
          <a:p>
            <a:fld id="{D31EF1AF-8352-491E-9BB3-5627F42DA921}" type="datetimeFigureOut">
              <a:rPr kumimoji="1" lang="ja-JP" altLang="en-US" smtClean="0"/>
              <a:t>2026/9/11</a:t>
            </a:fld>
            <a:endParaRPr kumimoji="1" lang="ja-JP" altLang="en-US"/>
          </a:p>
        </p:txBody>
      </p:sp>
      <p:sp>
        <p:nvSpPr>
          <p:cNvPr id="6" name="フッター プレースホルダー 5">
            <a:extLst>
              <a:ext uri="{FF2B5EF4-FFF2-40B4-BE49-F238E27FC236}">
                <a16:creationId xmlns:a16="http://schemas.microsoft.com/office/drawing/2014/main" id="{B4C97353-C401-8A62-2885-F3058C9F8590}"/>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F5B8F261-1C5B-CC4A-1171-BF5535942AF5}"/>
              </a:ext>
            </a:extLst>
          </p:cNvPr>
          <p:cNvSpPr>
            <a:spLocks noGrp="1"/>
          </p:cNvSpPr>
          <p:nvPr>
            <p:ph type="sldNum" sz="quarter" idx="12"/>
          </p:nvPr>
        </p:nvSpPr>
        <p:spPr/>
        <p:txBody>
          <a:bodyPr/>
          <a:lstStyle/>
          <a:p>
            <a:fld id="{70E1D12B-6850-4FDF-B179-42DA76AB1F99}" type="slidenum">
              <a:rPr kumimoji="1" lang="ja-JP" altLang="en-US" smtClean="0"/>
              <a:t>‹#›</a:t>
            </a:fld>
            <a:endParaRPr kumimoji="1" lang="ja-JP" altLang="en-US"/>
          </a:p>
        </p:txBody>
      </p:sp>
    </p:spTree>
    <p:extLst>
      <p:ext uri="{BB962C8B-B14F-4D97-AF65-F5344CB8AC3E}">
        <p14:creationId xmlns:p14="http://schemas.microsoft.com/office/powerpoint/2010/main" val="13865608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1F56B23-798A-39DF-DFA4-09C602867849}"/>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DCAB8032-4BD7-692C-A90F-21882A360EF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C08AFC63-0864-6F9E-7349-2D51E676EDEA}"/>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E3B04427-C9D0-41A1-D4AD-C52DAF802BC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A9EB62F3-1E7B-4C8A-178E-C9B89A5800DB}"/>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22A3AC8B-6AD0-B3B6-0DC3-D7EE0BCC2D04}"/>
              </a:ext>
            </a:extLst>
          </p:cNvPr>
          <p:cNvSpPr>
            <a:spLocks noGrp="1"/>
          </p:cNvSpPr>
          <p:nvPr>
            <p:ph type="dt" sz="half" idx="10"/>
          </p:nvPr>
        </p:nvSpPr>
        <p:spPr/>
        <p:txBody>
          <a:bodyPr/>
          <a:lstStyle/>
          <a:p>
            <a:fld id="{D31EF1AF-8352-491E-9BB3-5627F42DA921}" type="datetimeFigureOut">
              <a:rPr kumimoji="1" lang="ja-JP" altLang="en-US" smtClean="0"/>
              <a:t>2026/9/11</a:t>
            </a:fld>
            <a:endParaRPr kumimoji="1" lang="ja-JP" altLang="en-US"/>
          </a:p>
        </p:txBody>
      </p:sp>
      <p:sp>
        <p:nvSpPr>
          <p:cNvPr id="8" name="フッター プレースホルダー 7">
            <a:extLst>
              <a:ext uri="{FF2B5EF4-FFF2-40B4-BE49-F238E27FC236}">
                <a16:creationId xmlns:a16="http://schemas.microsoft.com/office/drawing/2014/main" id="{40E75A46-E0C3-E022-61EA-129C0BF64981}"/>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BD167D53-4A5C-5BA3-C9ED-E9D45CC1CFF0}"/>
              </a:ext>
            </a:extLst>
          </p:cNvPr>
          <p:cNvSpPr>
            <a:spLocks noGrp="1"/>
          </p:cNvSpPr>
          <p:nvPr>
            <p:ph type="sldNum" sz="quarter" idx="12"/>
          </p:nvPr>
        </p:nvSpPr>
        <p:spPr/>
        <p:txBody>
          <a:bodyPr/>
          <a:lstStyle/>
          <a:p>
            <a:fld id="{70E1D12B-6850-4FDF-B179-42DA76AB1F99}" type="slidenum">
              <a:rPr kumimoji="1" lang="ja-JP" altLang="en-US" smtClean="0"/>
              <a:t>‹#›</a:t>
            </a:fld>
            <a:endParaRPr kumimoji="1" lang="ja-JP" altLang="en-US"/>
          </a:p>
        </p:txBody>
      </p:sp>
    </p:spTree>
    <p:extLst>
      <p:ext uri="{BB962C8B-B14F-4D97-AF65-F5344CB8AC3E}">
        <p14:creationId xmlns:p14="http://schemas.microsoft.com/office/powerpoint/2010/main" val="18071360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262BC0D-D4D2-4A04-0E1A-42E5A593F0AC}"/>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DD689B6B-F6E8-5B0B-E1A8-1658C9D69BBA}"/>
              </a:ext>
            </a:extLst>
          </p:cNvPr>
          <p:cNvSpPr>
            <a:spLocks noGrp="1"/>
          </p:cNvSpPr>
          <p:nvPr>
            <p:ph type="dt" sz="half" idx="10"/>
          </p:nvPr>
        </p:nvSpPr>
        <p:spPr/>
        <p:txBody>
          <a:bodyPr/>
          <a:lstStyle/>
          <a:p>
            <a:fld id="{D31EF1AF-8352-491E-9BB3-5627F42DA921}" type="datetimeFigureOut">
              <a:rPr kumimoji="1" lang="ja-JP" altLang="en-US" smtClean="0"/>
              <a:t>2026/9/11</a:t>
            </a:fld>
            <a:endParaRPr kumimoji="1" lang="ja-JP" altLang="en-US"/>
          </a:p>
        </p:txBody>
      </p:sp>
      <p:sp>
        <p:nvSpPr>
          <p:cNvPr id="4" name="フッター プレースホルダー 3">
            <a:extLst>
              <a:ext uri="{FF2B5EF4-FFF2-40B4-BE49-F238E27FC236}">
                <a16:creationId xmlns:a16="http://schemas.microsoft.com/office/drawing/2014/main" id="{C4E4CDFD-FB85-18CA-EBB7-7250F760FC91}"/>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0B71B088-4D98-3412-1E52-EBBB87E77C84}"/>
              </a:ext>
            </a:extLst>
          </p:cNvPr>
          <p:cNvSpPr>
            <a:spLocks noGrp="1"/>
          </p:cNvSpPr>
          <p:nvPr>
            <p:ph type="sldNum" sz="quarter" idx="12"/>
          </p:nvPr>
        </p:nvSpPr>
        <p:spPr/>
        <p:txBody>
          <a:bodyPr/>
          <a:lstStyle/>
          <a:p>
            <a:fld id="{70E1D12B-6850-4FDF-B179-42DA76AB1F99}" type="slidenum">
              <a:rPr kumimoji="1" lang="ja-JP" altLang="en-US" smtClean="0"/>
              <a:t>‹#›</a:t>
            </a:fld>
            <a:endParaRPr kumimoji="1" lang="ja-JP" altLang="en-US"/>
          </a:p>
        </p:txBody>
      </p:sp>
    </p:spTree>
    <p:extLst>
      <p:ext uri="{BB962C8B-B14F-4D97-AF65-F5344CB8AC3E}">
        <p14:creationId xmlns:p14="http://schemas.microsoft.com/office/powerpoint/2010/main" val="42380856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610812F8-C56B-8B06-D68C-CB68A0DED6D0}"/>
              </a:ext>
            </a:extLst>
          </p:cNvPr>
          <p:cNvSpPr>
            <a:spLocks noGrp="1"/>
          </p:cNvSpPr>
          <p:nvPr>
            <p:ph type="dt" sz="half" idx="10"/>
          </p:nvPr>
        </p:nvSpPr>
        <p:spPr/>
        <p:txBody>
          <a:bodyPr/>
          <a:lstStyle/>
          <a:p>
            <a:fld id="{D31EF1AF-8352-491E-9BB3-5627F42DA921}" type="datetimeFigureOut">
              <a:rPr kumimoji="1" lang="ja-JP" altLang="en-US" smtClean="0"/>
              <a:t>2026/9/11</a:t>
            </a:fld>
            <a:endParaRPr kumimoji="1" lang="ja-JP" altLang="en-US"/>
          </a:p>
        </p:txBody>
      </p:sp>
      <p:sp>
        <p:nvSpPr>
          <p:cNvPr id="3" name="フッター プレースホルダー 2">
            <a:extLst>
              <a:ext uri="{FF2B5EF4-FFF2-40B4-BE49-F238E27FC236}">
                <a16:creationId xmlns:a16="http://schemas.microsoft.com/office/drawing/2014/main" id="{8999CF3A-8ED6-BFBB-752E-6F438F2D3094}"/>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275FD59-3790-CDDC-DC50-D2F2ECB88874}"/>
              </a:ext>
            </a:extLst>
          </p:cNvPr>
          <p:cNvSpPr>
            <a:spLocks noGrp="1"/>
          </p:cNvSpPr>
          <p:nvPr>
            <p:ph type="sldNum" sz="quarter" idx="12"/>
          </p:nvPr>
        </p:nvSpPr>
        <p:spPr/>
        <p:txBody>
          <a:bodyPr/>
          <a:lstStyle/>
          <a:p>
            <a:fld id="{70E1D12B-6850-4FDF-B179-42DA76AB1F99}" type="slidenum">
              <a:rPr kumimoji="1" lang="ja-JP" altLang="en-US" smtClean="0"/>
              <a:t>‹#›</a:t>
            </a:fld>
            <a:endParaRPr kumimoji="1" lang="ja-JP" altLang="en-US"/>
          </a:p>
        </p:txBody>
      </p:sp>
    </p:spTree>
    <p:extLst>
      <p:ext uri="{BB962C8B-B14F-4D97-AF65-F5344CB8AC3E}">
        <p14:creationId xmlns:p14="http://schemas.microsoft.com/office/powerpoint/2010/main" val="13877851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D87DB30-F9AB-7D7E-512F-52119C2BA5F3}"/>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20C56716-B1E4-1127-F6AE-7CCF38330D7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0562742A-DAEB-8621-8C7A-22E620C928A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E91A5C86-8C86-FFEC-6B9D-68C7FEC63383}"/>
              </a:ext>
            </a:extLst>
          </p:cNvPr>
          <p:cNvSpPr>
            <a:spLocks noGrp="1"/>
          </p:cNvSpPr>
          <p:nvPr>
            <p:ph type="dt" sz="half" idx="10"/>
          </p:nvPr>
        </p:nvSpPr>
        <p:spPr/>
        <p:txBody>
          <a:bodyPr/>
          <a:lstStyle/>
          <a:p>
            <a:fld id="{D31EF1AF-8352-491E-9BB3-5627F42DA921}" type="datetimeFigureOut">
              <a:rPr kumimoji="1" lang="ja-JP" altLang="en-US" smtClean="0"/>
              <a:t>2026/9/11</a:t>
            </a:fld>
            <a:endParaRPr kumimoji="1" lang="ja-JP" altLang="en-US"/>
          </a:p>
        </p:txBody>
      </p:sp>
      <p:sp>
        <p:nvSpPr>
          <p:cNvPr id="6" name="フッター プレースホルダー 5">
            <a:extLst>
              <a:ext uri="{FF2B5EF4-FFF2-40B4-BE49-F238E27FC236}">
                <a16:creationId xmlns:a16="http://schemas.microsoft.com/office/drawing/2014/main" id="{0455D2FB-849D-82C3-9965-D8BA72540C23}"/>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E840C212-513B-4C2F-26E6-D627D4A3D194}"/>
              </a:ext>
            </a:extLst>
          </p:cNvPr>
          <p:cNvSpPr>
            <a:spLocks noGrp="1"/>
          </p:cNvSpPr>
          <p:nvPr>
            <p:ph type="sldNum" sz="quarter" idx="12"/>
          </p:nvPr>
        </p:nvSpPr>
        <p:spPr/>
        <p:txBody>
          <a:bodyPr/>
          <a:lstStyle/>
          <a:p>
            <a:fld id="{70E1D12B-6850-4FDF-B179-42DA76AB1F99}" type="slidenum">
              <a:rPr kumimoji="1" lang="ja-JP" altLang="en-US" smtClean="0"/>
              <a:t>‹#›</a:t>
            </a:fld>
            <a:endParaRPr kumimoji="1" lang="ja-JP" altLang="en-US"/>
          </a:p>
        </p:txBody>
      </p:sp>
    </p:spTree>
    <p:extLst>
      <p:ext uri="{BB962C8B-B14F-4D97-AF65-F5344CB8AC3E}">
        <p14:creationId xmlns:p14="http://schemas.microsoft.com/office/powerpoint/2010/main" val="36245571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8C6A839-D565-FE95-A33B-6FFC7C15D6EA}"/>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56FCEAAA-EF86-7800-E59E-6A441016104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477AF3C5-93AE-818A-91D3-D9421DF00F3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0A624617-642B-50EF-1EC4-3AA645E304DA}"/>
              </a:ext>
            </a:extLst>
          </p:cNvPr>
          <p:cNvSpPr>
            <a:spLocks noGrp="1"/>
          </p:cNvSpPr>
          <p:nvPr>
            <p:ph type="dt" sz="half" idx="10"/>
          </p:nvPr>
        </p:nvSpPr>
        <p:spPr/>
        <p:txBody>
          <a:bodyPr/>
          <a:lstStyle/>
          <a:p>
            <a:fld id="{D31EF1AF-8352-491E-9BB3-5627F42DA921}" type="datetimeFigureOut">
              <a:rPr kumimoji="1" lang="ja-JP" altLang="en-US" smtClean="0"/>
              <a:t>2026/9/11</a:t>
            </a:fld>
            <a:endParaRPr kumimoji="1" lang="ja-JP" altLang="en-US"/>
          </a:p>
        </p:txBody>
      </p:sp>
      <p:sp>
        <p:nvSpPr>
          <p:cNvPr id="6" name="フッター プレースホルダー 5">
            <a:extLst>
              <a:ext uri="{FF2B5EF4-FFF2-40B4-BE49-F238E27FC236}">
                <a16:creationId xmlns:a16="http://schemas.microsoft.com/office/drawing/2014/main" id="{4E16025C-B644-5854-CC27-B8EC682ADC76}"/>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FB1AF228-2F29-AC91-5978-DF3823F21B70}"/>
              </a:ext>
            </a:extLst>
          </p:cNvPr>
          <p:cNvSpPr>
            <a:spLocks noGrp="1"/>
          </p:cNvSpPr>
          <p:nvPr>
            <p:ph type="sldNum" sz="quarter" idx="12"/>
          </p:nvPr>
        </p:nvSpPr>
        <p:spPr/>
        <p:txBody>
          <a:bodyPr/>
          <a:lstStyle/>
          <a:p>
            <a:fld id="{70E1D12B-6850-4FDF-B179-42DA76AB1F99}" type="slidenum">
              <a:rPr kumimoji="1" lang="ja-JP" altLang="en-US" smtClean="0"/>
              <a:t>‹#›</a:t>
            </a:fld>
            <a:endParaRPr kumimoji="1" lang="ja-JP" altLang="en-US"/>
          </a:p>
        </p:txBody>
      </p:sp>
    </p:spTree>
    <p:extLst>
      <p:ext uri="{BB962C8B-B14F-4D97-AF65-F5344CB8AC3E}">
        <p14:creationId xmlns:p14="http://schemas.microsoft.com/office/powerpoint/2010/main" val="41732453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3C846B1-ACA4-D083-A484-93A40DC121E6}"/>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A6C94164-2C90-BC95-5657-322D438CB38C}"/>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015BDA9A-40EE-30C8-27D3-99CF104DF892}"/>
              </a:ext>
            </a:extLst>
          </p:cNvPr>
          <p:cNvSpPr>
            <a:spLocks noGrp="1"/>
          </p:cNvSpPr>
          <p:nvPr>
            <p:ph type="dt" sz="half" idx="10"/>
          </p:nvPr>
        </p:nvSpPr>
        <p:spPr/>
        <p:txBody>
          <a:bodyPr/>
          <a:lstStyle/>
          <a:p>
            <a:fld id="{D31EF1AF-8352-491E-9BB3-5627F42DA921}" type="datetimeFigureOut">
              <a:rPr kumimoji="1" lang="ja-JP" altLang="en-US" smtClean="0"/>
              <a:t>2026/9/11</a:t>
            </a:fld>
            <a:endParaRPr kumimoji="1" lang="ja-JP" altLang="en-US"/>
          </a:p>
        </p:txBody>
      </p:sp>
      <p:sp>
        <p:nvSpPr>
          <p:cNvPr id="5" name="フッター プレースホルダー 4">
            <a:extLst>
              <a:ext uri="{FF2B5EF4-FFF2-40B4-BE49-F238E27FC236}">
                <a16:creationId xmlns:a16="http://schemas.microsoft.com/office/drawing/2014/main" id="{8992761E-8E95-341E-2AB6-9E28CB6DCA70}"/>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8F809449-D270-F8CC-F7FC-03BE4433D139}"/>
              </a:ext>
            </a:extLst>
          </p:cNvPr>
          <p:cNvSpPr>
            <a:spLocks noGrp="1"/>
          </p:cNvSpPr>
          <p:nvPr>
            <p:ph type="sldNum" sz="quarter" idx="12"/>
          </p:nvPr>
        </p:nvSpPr>
        <p:spPr/>
        <p:txBody>
          <a:bodyPr/>
          <a:lstStyle/>
          <a:p>
            <a:fld id="{70E1D12B-6850-4FDF-B179-42DA76AB1F99}" type="slidenum">
              <a:rPr kumimoji="1" lang="ja-JP" altLang="en-US" smtClean="0"/>
              <a:t>‹#›</a:t>
            </a:fld>
            <a:endParaRPr kumimoji="1" lang="ja-JP" altLang="en-US"/>
          </a:p>
        </p:txBody>
      </p:sp>
    </p:spTree>
    <p:extLst>
      <p:ext uri="{BB962C8B-B14F-4D97-AF65-F5344CB8AC3E}">
        <p14:creationId xmlns:p14="http://schemas.microsoft.com/office/powerpoint/2010/main" val="41754147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DA58EE8D-1046-1395-7E2F-028C897F9C86}"/>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01DD2101-A5B0-A9F6-C12F-6EFC23BFB7F5}"/>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5F97FAF3-F9D1-7B2A-B3EF-167922DB4E3B}"/>
              </a:ext>
            </a:extLst>
          </p:cNvPr>
          <p:cNvSpPr>
            <a:spLocks noGrp="1"/>
          </p:cNvSpPr>
          <p:nvPr>
            <p:ph type="dt" sz="half" idx="10"/>
          </p:nvPr>
        </p:nvSpPr>
        <p:spPr/>
        <p:txBody>
          <a:bodyPr/>
          <a:lstStyle/>
          <a:p>
            <a:fld id="{D31EF1AF-8352-491E-9BB3-5627F42DA921}" type="datetimeFigureOut">
              <a:rPr kumimoji="1" lang="ja-JP" altLang="en-US" smtClean="0"/>
              <a:t>2026/9/11</a:t>
            </a:fld>
            <a:endParaRPr kumimoji="1" lang="ja-JP" altLang="en-US"/>
          </a:p>
        </p:txBody>
      </p:sp>
      <p:sp>
        <p:nvSpPr>
          <p:cNvPr id="5" name="フッター プレースホルダー 4">
            <a:extLst>
              <a:ext uri="{FF2B5EF4-FFF2-40B4-BE49-F238E27FC236}">
                <a16:creationId xmlns:a16="http://schemas.microsoft.com/office/drawing/2014/main" id="{C5120425-DCB2-B16D-2135-552F23C62A4F}"/>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2ADBB9A5-8126-DEB0-ECE9-0AD9545EDA1D}"/>
              </a:ext>
            </a:extLst>
          </p:cNvPr>
          <p:cNvSpPr>
            <a:spLocks noGrp="1"/>
          </p:cNvSpPr>
          <p:nvPr>
            <p:ph type="sldNum" sz="quarter" idx="12"/>
          </p:nvPr>
        </p:nvSpPr>
        <p:spPr/>
        <p:txBody>
          <a:bodyPr/>
          <a:lstStyle/>
          <a:p>
            <a:fld id="{70E1D12B-6850-4FDF-B179-42DA76AB1F99}" type="slidenum">
              <a:rPr kumimoji="1" lang="ja-JP" altLang="en-US" smtClean="0"/>
              <a:t>‹#›</a:t>
            </a:fld>
            <a:endParaRPr kumimoji="1" lang="ja-JP" altLang="en-US"/>
          </a:p>
        </p:txBody>
      </p:sp>
    </p:spTree>
    <p:extLst>
      <p:ext uri="{BB962C8B-B14F-4D97-AF65-F5344CB8AC3E}">
        <p14:creationId xmlns:p14="http://schemas.microsoft.com/office/powerpoint/2010/main" val="40351852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9205A78C-567F-46E6-72CB-3819543D73D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8AA223EE-1AEA-FA91-E93F-5829CFEF820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AD0AA852-4217-7BD8-0304-EA1D0E25447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31EF1AF-8352-491E-9BB3-5627F42DA921}" type="datetimeFigureOut">
              <a:rPr kumimoji="1" lang="ja-JP" altLang="en-US" smtClean="0"/>
              <a:t>2026/9/11</a:t>
            </a:fld>
            <a:endParaRPr kumimoji="1" lang="ja-JP" altLang="en-US"/>
          </a:p>
        </p:txBody>
      </p:sp>
      <p:sp>
        <p:nvSpPr>
          <p:cNvPr id="5" name="フッター プレースホルダー 4">
            <a:extLst>
              <a:ext uri="{FF2B5EF4-FFF2-40B4-BE49-F238E27FC236}">
                <a16:creationId xmlns:a16="http://schemas.microsoft.com/office/drawing/2014/main" id="{1BCFCF5A-E3A3-BDFA-AAF8-86AC782DA61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53E8EA45-BDAD-9D9A-EABA-8A1E4AE91DE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0E1D12B-6850-4FDF-B179-42DA76AB1F99}" type="slidenum">
              <a:rPr kumimoji="1" lang="ja-JP" altLang="en-US" smtClean="0"/>
              <a:t>‹#›</a:t>
            </a:fld>
            <a:endParaRPr kumimoji="1" lang="ja-JP" altLang="en-US"/>
          </a:p>
        </p:txBody>
      </p:sp>
    </p:spTree>
    <p:extLst>
      <p:ext uri="{BB962C8B-B14F-4D97-AF65-F5344CB8AC3E}">
        <p14:creationId xmlns:p14="http://schemas.microsoft.com/office/powerpoint/2010/main" val="118552266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3AD34BE-627E-121A-67F4-7451AF7C8012}"/>
              </a:ext>
            </a:extLst>
          </p:cNvPr>
          <p:cNvSpPr>
            <a:spLocks noGrp="1"/>
          </p:cNvSpPr>
          <p:nvPr>
            <p:ph type="ctrTitle"/>
          </p:nvPr>
        </p:nvSpPr>
        <p:spPr/>
        <p:txBody>
          <a:bodyPr/>
          <a:lstStyle/>
          <a:p>
            <a:r>
              <a:rPr kumimoji="1" lang="ja-JP" altLang="en-US" dirty="0"/>
              <a:t>グループ</a:t>
            </a:r>
            <a:r>
              <a:rPr kumimoji="1" lang="en-US" altLang="ja-JP" dirty="0"/>
              <a:t>2web</a:t>
            </a:r>
            <a:r>
              <a:rPr kumimoji="1" lang="ja-JP" altLang="en-US" dirty="0"/>
              <a:t>アプリ成果発表</a:t>
            </a:r>
          </a:p>
        </p:txBody>
      </p:sp>
      <p:sp>
        <p:nvSpPr>
          <p:cNvPr id="3" name="字幕 2">
            <a:extLst>
              <a:ext uri="{FF2B5EF4-FFF2-40B4-BE49-F238E27FC236}">
                <a16:creationId xmlns:a16="http://schemas.microsoft.com/office/drawing/2014/main" id="{ADEF9D5A-6DFF-30D2-96FB-4903F0F8D580}"/>
              </a:ext>
            </a:extLst>
          </p:cNvPr>
          <p:cNvSpPr>
            <a:spLocks noGrp="1"/>
          </p:cNvSpPr>
          <p:nvPr>
            <p:ph type="subTitle" idx="1"/>
          </p:nvPr>
        </p:nvSpPr>
        <p:spPr/>
        <p:txBody>
          <a:bodyPr/>
          <a:lstStyle/>
          <a:p>
            <a:r>
              <a:rPr kumimoji="1" lang="ja-JP" altLang="en-US" dirty="0"/>
              <a:t>４２４８０３池田拓海</a:t>
            </a:r>
            <a:endParaRPr kumimoji="1" lang="en-US" altLang="ja-JP" dirty="0"/>
          </a:p>
          <a:p>
            <a:r>
              <a:rPr kumimoji="1" lang="ja-JP" altLang="en-US" dirty="0"/>
              <a:t>４２４８６０吉田光希</a:t>
            </a:r>
          </a:p>
        </p:txBody>
      </p:sp>
    </p:spTree>
    <p:extLst>
      <p:ext uri="{BB962C8B-B14F-4D97-AF65-F5344CB8AC3E}">
        <p14:creationId xmlns:p14="http://schemas.microsoft.com/office/powerpoint/2010/main" val="28125668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8DFEB010-65E9-5A3B-2B94-D8FA9127F1DD}"/>
              </a:ext>
            </a:extLst>
          </p:cNvPr>
          <p:cNvSpPr>
            <a:spLocks noGrp="1"/>
          </p:cNvSpPr>
          <p:nvPr>
            <p:ph idx="1"/>
          </p:nvPr>
        </p:nvSpPr>
        <p:spPr>
          <a:xfrm>
            <a:off x="749709" y="940721"/>
            <a:ext cx="10515600" cy="5037291"/>
          </a:xfrm>
        </p:spPr>
        <p:txBody>
          <a:bodyPr/>
          <a:lstStyle/>
          <a:p>
            <a:r>
              <a:rPr lang="ja-JP" altLang="ja-JP" b="1" dirty="0"/>
              <a:t>課題設定：</a:t>
            </a:r>
            <a:br>
              <a:rPr lang="ja-JP" altLang="ja-JP" dirty="0"/>
            </a:br>
            <a:r>
              <a:rPr lang="ja-JP" altLang="ja-JP" dirty="0"/>
              <a:t>「生成AIを活用し、ユーザーの入力に対して特徴的な返答を行うWebアプリを開発する。また、フロントエンド・バックエンドを分担し、GitHubを用いた共同開発を行う。」</a:t>
            </a:r>
          </a:p>
          <a:p>
            <a:r>
              <a:rPr lang="ja-JP" altLang="ja-JP" b="1" dirty="0"/>
              <a:t>要件定義：</a:t>
            </a:r>
            <a:br>
              <a:rPr lang="ja-JP" altLang="ja-JP" dirty="0"/>
            </a:br>
            <a:r>
              <a:rPr lang="ja-JP" altLang="ja-JP" dirty="0"/>
              <a:t>「Web上で文章を入力・送信でき、Flaskを通してOllamaの生成AIへ問い合わせ、生成された返答をVue.jsで画面に表示する。加えて、操作しやすいUIと、設定したキャラクターに沿った返答生成を実現する。」</a:t>
            </a:r>
          </a:p>
          <a:p>
            <a:endParaRPr kumimoji="1" lang="ja-JP" altLang="en-US" dirty="0"/>
          </a:p>
        </p:txBody>
      </p:sp>
    </p:spTree>
    <p:extLst>
      <p:ext uri="{BB962C8B-B14F-4D97-AF65-F5344CB8AC3E}">
        <p14:creationId xmlns:p14="http://schemas.microsoft.com/office/powerpoint/2010/main" val="35961300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28B1E87-801C-28E5-9EB2-291ECBC93FB5}"/>
              </a:ext>
            </a:extLst>
          </p:cNvPr>
          <p:cNvSpPr>
            <a:spLocks noGrp="1"/>
          </p:cNvSpPr>
          <p:nvPr>
            <p:ph type="title"/>
          </p:nvPr>
        </p:nvSpPr>
        <p:spPr/>
        <p:txBody>
          <a:bodyPr/>
          <a:lstStyle/>
          <a:p>
            <a:r>
              <a:rPr kumimoji="1" lang="ja-JP" altLang="en-US" dirty="0"/>
              <a:t>フロントエンド担当より</a:t>
            </a:r>
            <a:br>
              <a:rPr kumimoji="1" lang="en-US" altLang="ja-JP" dirty="0"/>
            </a:br>
            <a:r>
              <a:rPr kumimoji="1" lang="ja-JP" altLang="en-US" dirty="0"/>
              <a:t>頑張った点</a:t>
            </a:r>
          </a:p>
        </p:txBody>
      </p:sp>
      <p:sp>
        <p:nvSpPr>
          <p:cNvPr id="3" name="コンテンツ プレースホルダー 2">
            <a:extLst>
              <a:ext uri="{FF2B5EF4-FFF2-40B4-BE49-F238E27FC236}">
                <a16:creationId xmlns:a16="http://schemas.microsoft.com/office/drawing/2014/main" id="{27482A89-0E87-8496-EEC9-EFB8B5753D34}"/>
              </a:ext>
            </a:extLst>
          </p:cNvPr>
          <p:cNvSpPr>
            <a:spLocks noGrp="1"/>
          </p:cNvSpPr>
          <p:nvPr>
            <p:ph idx="1"/>
          </p:nvPr>
        </p:nvSpPr>
        <p:spPr/>
        <p:txBody>
          <a:bodyPr/>
          <a:lstStyle/>
          <a:p>
            <a:r>
              <a:rPr kumimoji="1" lang="ja-JP" altLang="en-US" dirty="0"/>
              <a:t>まず最初に、ボタンの場所や配置等を決定しそこからデザイン性を加えた。</a:t>
            </a:r>
            <a:endParaRPr kumimoji="1" lang="en-US" altLang="ja-JP" dirty="0"/>
          </a:p>
          <a:p>
            <a:r>
              <a:rPr lang="ja-JP" altLang="en-US" dirty="0"/>
              <a:t>ヒステリックということで、赤を基調とした</a:t>
            </a:r>
            <a:endParaRPr lang="en-US" altLang="ja-JP" dirty="0"/>
          </a:p>
          <a:p>
            <a:r>
              <a:rPr kumimoji="1" lang="ja-JP" altLang="en-US" dirty="0"/>
              <a:t>また、アニメーションをつけて</a:t>
            </a:r>
            <a:r>
              <a:rPr kumimoji="1" lang="en-US" altLang="ja-JP" dirty="0"/>
              <a:t>web</a:t>
            </a:r>
            <a:r>
              <a:rPr kumimoji="1" lang="ja-JP" altLang="en-US" dirty="0"/>
              <a:t>ページに動きを加えた。</a:t>
            </a:r>
            <a:endParaRPr kumimoji="1" lang="en-US" altLang="ja-JP" dirty="0"/>
          </a:p>
          <a:p>
            <a:r>
              <a:rPr lang="ja-JP" altLang="ja-JP" dirty="0"/>
              <a:t>AIの返答待ちなど、処理中の状態がユーザーに分かりやすく伝わるUIを工夫した</a:t>
            </a:r>
            <a:endParaRPr lang="en-US" altLang="ja-JP" dirty="0"/>
          </a:p>
          <a:p>
            <a:r>
              <a:rPr lang="ja-JP" altLang="ja-JP" dirty="0"/>
              <a:t>チームでGitHubを利用し、バックエンド担当の変更と連携しながら開発を進めた</a:t>
            </a:r>
            <a:endParaRPr kumimoji="1" lang="ja-JP" altLang="en-US" dirty="0"/>
          </a:p>
        </p:txBody>
      </p:sp>
    </p:spTree>
    <p:extLst>
      <p:ext uri="{BB962C8B-B14F-4D97-AF65-F5344CB8AC3E}">
        <p14:creationId xmlns:p14="http://schemas.microsoft.com/office/powerpoint/2010/main" val="11109942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0E51DCA-CB60-2B15-253B-710FADE95F8D}"/>
              </a:ext>
            </a:extLst>
          </p:cNvPr>
          <p:cNvSpPr>
            <a:spLocks noGrp="1"/>
          </p:cNvSpPr>
          <p:nvPr>
            <p:ph type="title"/>
          </p:nvPr>
        </p:nvSpPr>
        <p:spPr/>
        <p:txBody>
          <a:bodyPr/>
          <a:lstStyle/>
          <a:p>
            <a:r>
              <a:rPr kumimoji="1" lang="ja-JP" altLang="en-US" dirty="0"/>
              <a:t>バックエンド担当より</a:t>
            </a:r>
            <a:br>
              <a:rPr kumimoji="1" lang="en-US" altLang="ja-JP" dirty="0"/>
            </a:br>
            <a:r>
              <a:rPr kumimoji="1" lang="ja-JP" altLang="en-US" dirty="0"/>
              <a:t>頑張った点</a:t>
            </a:r>
          </a:p>
        </p:txBody>
      </p:sp>
      <p:sp>
        <p:nvSpPr>
          <p:cNvPr id="5" name="テキスト ボックス 4">
            <a:extLst>
              <a:ext uri="{FF2B5EF4-FFF2-40B4-BE49-F238E27FC236}">
                <a16:creationId xmlns:a16="http://schemas.microsoft.com/office/drawing/2014/main" id="{BB5D4546-AC37-1A22-9D18-C4FB47040B23}"/>
              </a:ext>
            </a:extLst>
          </p:cNvPr>
          <p:cNvSpPr txBox="1"/>
          <p:nvPr/>
        </p:nvSpPr>
        <p:spPr>
          <a:xfrm>
            <a:off x="838200" y="2459504"/>
            <a:ext cx="10734368" cy="1938992"/>
          </a:xfrm>
          <a:prstGeom prst="rect">
            <a:avLst/>
          </a:prstGeom>
          <a:noFill/>
        </p:spPr>
        <p:txBody>
          <a:bodyPr wrap="square">
            <a:spAutoFit/>
          </a:bodyPr>
          <a:lstStyle/>
          <a:p>
            <a:r>
              <a:rPr lang="ja-JP" altLang="en-US" sz="2400" dirty="0"/>
              <a:t>工夫した点:彼女モードと母親モードに分けて返答を変えたことです。</a:t>
            </a:r>
          </a:p>
          <a:p>
            <a:r>
              <a:rPr lang="ja-JP" altLang="en-US" sz="2400" dirty="0"/>
              <a:t>　頑張った点:付与コンテキストの設定</a:t>
            </a:r>
          </a:p>
          <a:p>
            <a:r>
              <a:rPr lang="ja-JP" altLang="en-US" sz="2400" dirty="0"/>
              <a:t>　苦労した点:英語で返答したりする問題を直したり、その他不具合を治すのに苦労しました。そもそも最初にどうコミットするかなど基礎的なところでつまづいた。</a:t>
            </a:r>
          </a:p>
        </p:txBody>
      </p:sp>
    </p:spTree>
    <p:extLst>
      <p:ext uri="{BB962C8B-B14F-4D97-AF65-F5344CB8AC3E}">
        <p14:creationId xmlns:p14="http://schemas.microsoft.com/office/powerpoint/2010/main" val="1115627102"/>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263</Words>
  <Application>Microsoft Office PowerPoint</Application>
  <PresentationFormat>ワイド画面</PresentationFormat>
  <Paragraphs>15</Paragraphs>
  <Slides>4</Slides>
  <Notes>0</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4</vt:i4>
      </vt:variant>
    </vt:vector>
  </HeadingPairs>
  <TitlesOfParts>
    <vt:vector size="8" baseType="lpstr">
      <vt:lpstr>游ゴシック</vt:lpstr>
      <vt:lpstr>游ゴシック Light</vt:lpstr>
      <vt:lpstr>Arial</vt:lpstr>
      <vt:lpstr>Office テーマ</vt:lpstr>
      <vt:lpstr>グループ2webアプリ成果発表</vt:lpstr>
      <vt:lpstr>PowerPoint プレゼンテーション</vt:lpstr>
      <vt:lpstr>フロントエンド担当より 頑張った点</vt:lpstr>
      <vt:lpstr>バックエンド担当より 頑張った点</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たくみ いけだ</dc:creator>
  <cp:lastModifiedBy>たくみ いけだ</cp:lastModifiedBy>
  <cp:revision>1</cp:revision>
  <dcterms:created xsi:type="dcterms:W3CDTF">2026-09-11T02:50:01Z</dcterms:created>
  <dcterms:modified xsi:type="dcterms:W3CDTF">2026-09-11T02:50:09Z</dcterms:modified>
</cp:coreProperties>
</file>